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PERFIL DE CLIENTE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Analise Demografica e Comportamental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Base: 204,148 clientes | Dezembro 2022 - Novembro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352" y="663678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1. Visao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2. Perfil Demografico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089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3. Analise por Genero e 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74903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4. High Spenders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389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5. Personas de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029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6. Insights e Oportunidades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VISAO GERAL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Numeros da Base de Clientes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19" y="3657600"/>
            <a:ext cx="2560320" cy="14630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6719" y="3840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19" y="4480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CLIENTES</a:t>
            </a:r>
            <a:br/>
            <a:r>
              <a:t>UNICOS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799" y="3657600"/>
            <a:ext cx="2560320" cy="1463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2799" y="3840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R$ 409M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799" y="4480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FATURAMENTO</a:t>
            </a:r>
            <a:br/>
            <a:r>
              <a:t>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879" y="3657600"/>
            <a:ext cx="2560320" cy="146304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879" y="3840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879" y="4480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IDADE</a:t>
            </a:r>
            <a:br/>
            <a:r>
              <a:t>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4959" y="3657600"/>
            <a:ext cx="2560320" cy="1463040"/>
          </a:xfrm>
          <a:prstGeom prst="roundRect">
            <a:avLst/>
          </a:prstGeom>
          <a:solidFill>
            <a:srgbClr val="ED6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04959" y="3840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4959" y="4480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FEMININO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PERFIL DEMOGRAFICO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Caracteristicas da Base de Clientes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DISTRIBUICAO POR GENERO</a:t>
            </a:r>
          </a:p>
        </p:txBody>
      </p:sp>
      <p:pic>
        <p:nvPicPr>
          <p:cNvPr id="4" name="Picture 3" descr="perfil_01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906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DISTRIBUICAO POR FAIXA ETARIA</a:t>
            </a:r>
          </a:p>
        </p:txBody>
      </p:sp>
      <p:pic>
        <p:nvPicPr>
          <p:cNvPr id="4" name="Picture 3" descr="perfil_02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039"/>
            <a:ext cx="11277295" cy="5687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PIRAMIDE DE FATURAMENTO</a:t>
            </a:r>
          </a:p>
        </p:txBody>
      </p:sp>
      <p:pic>
        <p:nvPicPr>
          <p:cNvPr id="4" name="Picture 3" descr="perfil_03_piramide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METRICAS POR FAIXA ETARIA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FAIXA ETARIA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%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TICKET 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16-24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13.258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R$ 16.8M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R$ 1,265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25-39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81.790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R$ 144.9M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R$ 1,771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40-54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77.780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38.1%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R$ 179.4M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R$ 2,307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55-69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26.157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12.8%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R$ 56.7M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R$ 2,167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70+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4.859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R$ 10.8M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R$ 2,221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TICKET MEDIO POR PERFIL</a:t>
            </a:r>
          </a:p>
        </p:txBody>
      </p:sp>
      <p:pic>
        <p:nvPicPr>
          <p:cNvPr id="4" name="Picture 3" descr="perfil_04_heatmap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039"/>
            <a:ext cx="11277295" cy="56879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COMPORTAMENTO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Preferencias e Habitos de Compra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SEGMENTOS PREFERIDOS POR GENERO</a:t>
            </a:r>
          </a:p>
        </p:txBody>
      </p:sp>
      <p:pic>
        <p:nvPicPr>
          <p:cNvPr id="4" name="Picture 3" descr="perfil_08_segmentos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SEGMENTOS PREFERIDOS POR FAIXA ETARIA</a:t>
            </a:r>
          </a:p>
        </p:txBody>
      </p:sp>
      <p:pic>
        <p:nvPicPr>
          <p:cNvPr id="4" name="Picture 3" descr="perfil_09_segmentos_faix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1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PREFERENCIA DE HORARIO POR PERFIL</a:t>
            </a:r>
          </a:p>
        </p:txBody>
      </p:sp>
      <p:pic>
        <p:nvPicPr>
          <p:cNvPr id="4" name="Picture 3" descr="perfil_10_periodo_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COMPOSICAO DEMOGRAFICA POR SHOPPING</a:t>
            </a:r>
          </a:p>
        </p:txBody>
      </p:sp>
      <p:pic>
        <p:nvPicPr>
          <p:cNvPr id="4" name="Picture 3" descr="perfil_11_shopping_demo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HIGH SPENDERS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Os 10% Mais Valiosos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 SPENDERS vs DEMAIS CLIENTES</a:t>
            </a:r>
          </a:p>
        </p:txBody>
      </p:sp>
      <p:pic>
        <p:nvPicPr>
          <p:cNvPr id="4" name="Picture 3" descr="perfil_05_comparativo_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1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 SPENDERS POR FAIXA ETARIA</a:t>
            </a:r>
          </a:p>
        </p:txBody>
      </p:sp>
      <p:pic>
        <p:nvPicPr>
          <p:cNvPr id="4" name="Picture 3" descr="perfil_06_hs_faix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PERFIL DOS HIGH SPENDERS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0660" y="1828800"/>
            <a:ext cx="2560320" cy="1463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066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20.4K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66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CLIENTES HS</a:t>
            </a:r>
            <a:br/>
            <a:r>
              <a:t>(10% do total)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2420" y="1828800"/>
            <a:ext cx="2560320" cy="14630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242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R$ 202M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242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VALOR HS</a:t>
            </a:r>
            <a:br/>
            <a:r>
              <a:t>(49% do total)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180" y="1828800"/>
            <a:ext cx="2560320" cy="146304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18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R$ 9.9K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18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TICKET MEDIO</a:t>
            </a:r>
            <a:br/>
            <a:r>
              <a:t>POR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5940" y="1828800"/>
            <a:ext cx="2560320" cy="1463040"/>
          </a:xfrm>
          <a:prstGeom prst="roundRect">
            <a:avLst/>
          </a:prstGeom>
          <a:solidFill>
            <a:srgbClr val="ED6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95940" y="20116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5940" y="26517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FEMININO</a:t>
            </a:r>
            <a:br/>
            <a:r>
              <a:t>ENTRE 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INSIGHT: Os High Spenders representam apenas 10% da base mas geram quase metade do faturamento.</a:t>
            </a:r>
          </a:p>
          <a:p>
            <a:pPr algn="ctr">
              <a:defRPr sz="1400">
                <a:solidFill>
                  <a:srgbClr val="718096"/>
                </a:solidFill>
              </a:defRPr>
            </a:pPr>
            <a:r>
              <a:t>O ticket medio de um High Spender (R$ 9,899) e 4.9x maior que a media geral.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PERSONAS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Segmentacao Comportamental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PERSONAS DE CLIENTES</a:t>
            </a:r>
          </a:p>
        </p:txBody>
      </p:sp>
      <p:pic>
        <p:nvPicPr>
          <p:cNvPr id="4" name="Picture 3" descr="perfil_07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50832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DETALHAMENTO DAS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371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Mae Moderna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41.929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R$ 108.3M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R$ 2,584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373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40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Cliente 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82.390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R$ 84.9M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R$ 1,030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42 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Executivo Exigente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6.775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R$ 64.3M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R$ 9,488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200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44 anos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Fashionista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4.533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R$ 43.0M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R$ 9,493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33 anos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Senior Tradicional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25.862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R$ 27.5M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R$ 1,063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63 anos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394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Comprador Seletivo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394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8.310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394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R$ 26.1M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394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R$ 3,142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394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5282"/>
                </a:solidFill>
              </a:defRPr>
            </a:pPr>
            <a:r>
              <a:t>44 anos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RESUMO</a:t>
            </a:r>
          </a:p>
        </p:txBody>
      </p:sp>
      <p:pic>
        <p:nvPicPr>
          <p:cNvPr id="4" name="Picture 3" descr="perfil_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PRINCIPAIS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GENERO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Mulheres representam 63% da base e 66% do faturamento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GERACAO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40-54 (Gen X) e a geracao mais valiosa com R$ 179M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HIGH SPENDERS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Top 10% geram 49% do valor - ticket 5x maior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"Mae Moderna" e o grupo mais valioso (26% do faturamento)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OPORTUNIDADE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Millennials e Gen X concentram maior poder de compra - foco em retencao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RECOMENDACOES ESTRATEGICAS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63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RETENCAO HIGH SPENDERS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</a:defRPr>
            </a:pPr>
            <a:r>
              <a:t>Programa VIP exclusivo para os 10% mais valiosos com beneficios diferenciados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237744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FOCO EM MILLENNIALS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</a:defRPr>
            </a:pPr>
            <a:r>
              <a:t>Campanhas digitais e experiencias personalizadas para 25-39 anos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338328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34747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ENGAJAMENTO FEMININO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</a:defRPr>
            </a:pPr>
            <a:r>
              <a:t>Parcerias com segmentos de Moda e Beleza - principais categorias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438912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44805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ATIVACAO GEN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</a:defRPr>
            </a:pPr>
            <a:r>
              <a:t>Estrategias em redes sociais e gamificacao para aumentar frequencia</a:t>
            </a:r>
          </a:p>
        </p:txBody>
      </p:sp>
      <p:sp>
        <p:nvSpPr>
          <p:cNvPr id="20" name="Oval 19"/>
          <p:cNvSpPr/>
          <p:nvPr/>
        </p:nvSpPr>
        <p:spPr>
          <a:xfrm>
            <a:off x="274320" y="5394960"/>
            <a:ext cx="457200" cy="45720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54864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UPGRADE DE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18096"/>
                </a:solidFill>
              </a:defRPr>
            </a:pPr>
            <a:r>
              <a:t>Identificar clientes com potencial de migracao para High Spender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OBRIGADO!</a:t>
            </a:r>
          </a:p>
          <a:p>
            <a:pPr algn="ctr">
              <a:defRPr sz="2400">
                <a:solidFill>
                  <a:srgbClr val="D69E2E"/>
                </a:solidFill>
              </a:defRPr>
            </a:pPr>
            <a:r>
              <a:t>Analise de Perfil de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3959" y="5029200"/>
            <a:ext cx="21037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lang="pt-BR" dirty="0"/>
              <a:t>Produzido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1</a:t>
            </a:r>
            <a:r>
              <a:rPr lang="pt-BR" dirty="0"/>
              <a:t>9</a:t>
            </a:r>
            <a:r>
              <a:rPr dirty="0"/>
              <a:t>/12/2025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510</Words>
  <Application>Microsoft Office PowerPoint</Application>
  <PresentationFormat>Widescreen</PresentationFormat>
  <Paragraphs>148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Alberto Correa Gravi</cp:lastModifiedBy>
  <cp:revision>2</cp:revision>
  <dcterms:created xsi:type="dcterms:W3CDTF">2013-01-27T09:14:16Z</dcterms:created>
  <dcterms:modified xsi:type="dcterms:W3CDTF">2025-12-19T13:31:34Z</dcterms:modified>
  <cp:category/>
</cp:coreProperties>
</file>